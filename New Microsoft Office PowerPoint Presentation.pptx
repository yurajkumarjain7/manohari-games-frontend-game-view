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codes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code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981200"/>
            <a:ext cx="548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#Code 1</a:t>
            </a:r>
          </a:p>
          <a:p>
            <a:r>
              <a:rPr lang="en-US" dirty="0" smtClean="0"/>
              <a:t>If(key === </a:t>
            </a:r>
            <a:r>
              <a:rPr lang="en-US" dirty="0" err="1" smtClean="0"/>
              <a:t>key’name</a:t>
            </a:r>
            <a:r>
              <a:rPr lang="en-US" dirty="0" smtClean="0"/>
              <a:t>’)  { </a:t>
            </a:r>
          </a:p>
          <a:p>
            <a:r>
              <a:rPr lang="en-US" dirty="0" smtClean="0"/>
              <a:t>Function</a:t>
            </a:r>
          </a:p>
          <a:p>
            <a:r>
              <a:rPr lang="en-US" dirty="0" smtClean="0"/>
              <a:t>};</a:t>
            </a:r>
          </a:p>
          <a:p>
            <a:endParaRPr lang="en-US" dirty="0" smtClean="0"/>
          </a:p>
          <a:p>
            <a:r>
              <a:rPr lang="en-US" dirty="0" smtClean="0"/>
              <a:t>#code 2</a:t>
            </a:r>
          </a:p>
          <a:p>
            <a:r>
              <a:rPr lang="en-US" dirty="0" err="1" smtClean="0"/>
              <a:t>Document.getelementbyid</a:t>
            </a:r>
            <a:r>
              <a:rPr lang="en-US" dirty="0" smtClean="0"/>
              <a:t>(</a:t>
            </a:r>
            <a:r>
              <a:rPr lang="en-US" dirty="0" err="1" smtClean="0"/>
              <a:t>idname</a:t>
            </a:r>
            <a:r>
              <a:rPr lang="en-US" dirty="0" smtClean="0"/>
              <a:t>).</a:t>
            </a:r>
            <a:r>
              <a:rPr lang="en-US" dirty="0" err="1" smtClean="0"/>
              <a:t>Innerhtml</a:t>
            </a:r>
            <a:r>
              <a:rPr lang="en-US" dirty="0" smtClean="0"/>
              <a:t> = </a:t>
            </a:r>
            <a:r>
              <a:rPr lang="en-US" smtClean="0"/>
              <a:t>new html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Css</a:t>
            </a:r>
            <a:r>
              <a:rPr lang="en-US" dirty="0" smtClean="0"/>
              <a:t> align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67640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shapes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</Words>
  <Application>Microsoft Office PowerPoint</Application>
  <PresentationFormat>On-screen Show (4:3)</PresentationFormat>
  <Paragraphs>11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codes</vt:lpstr>
      <vt:lpstr>Key code</vt:lpstr>
      <vt:lpstr>Css align</vt:lpstr>
      <vt:lpstr>shapes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</dc:title>
  <dc:creator>YUVRAJ KUMAR JAIN</dc:creator>
  <cp:lastModifiedBy>dell</cp:lastModifiedBy>
  <cp:revision>2</cp:revision>
  <dcterms:created xsi:type="dcterms:W3CDTF">2006-08-16T00:00:00Z</dcterms:created>
  <dcterms:modified xsi:type="dcterms:W3CDTF">2008-12-23T18:57:22Z</dcterms:modified>
</cp:coreProperties>
</file>